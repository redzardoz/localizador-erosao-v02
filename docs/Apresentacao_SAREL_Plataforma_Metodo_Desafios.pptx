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as métricas da série, como persistência e maior sequência de solo nu, também alimentam os preditores do modelo; e há um mínimo de 6 observações válidas por célula e janela, abaixo do qual a métrica é indisponível, não deflacionada. A frequência de solo nu ainda não foi medida, por falta da credencial do Google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Aeronave: Spectral 2, da Nuvem UAV, com a câmera multiespectral MicaSense Altum; há 3 baterias disponíveis. Quantidade de voos: são 72 polígonos de 5,02 ha, ou seja, 72 missões de mapeamento, uma por polígono; eram 36 no desenho anterior. Por que 72: é a estrutura de 18 estratos com 4 polígonos cada. A área total, de cerca de 361 ha, é o que o custo de voo suporta e rende cerca de 1.845 unidades espacialmente independentes (D24), no limite para o bloco espectral e abaixo do recomendado para solo, chuva e terreno. Tempo: o plano de voo para 4 cm de resolução usa altitude de 92,8 m, cerca de 7 linhas e 123 disparos por polígono, com velocidade medida de 8,7 a 9,2 m/s nos logs reais; isso dá cerca de 3 minutos de mapeamento por polígono, mais as curvas. Em horas, são pelo menos 3,6 h de mapeamento nos 72 polígonos, sem contar decolagem, pouso, troca de bateria e deslocamento, que dominam a campanha. Com teto padrão de 6 polígonos por jornada, são cerca de 12 jornadas e dois polígonos por bateria; isso é compatível com as duas missões já voadas, de 9 a 13 minutos, mas a autonomia útil de cada bateria ainda precisa ser confirmada. Nas duas missões medidas a produtividade foi de 2,3 ha/min na Missão 009 e 0,53 ha/min na 000, de modo que o tempo real pode ser maior que o planejado. Há ainda 72 autorizações de proprietário a obter.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 Há ainda um quarto desfecho, independente dos três: se a regressão penalizada empatar com o XGBoost ou vencê-lo dentro do intervalo, a hipótese de que é preciso um ensemble de árvores fica refutada, mesmo que o sensoriamento remoto vença o RUSLE. São resultados distintos e ambos publicáveis; o segundo indicaria que o ganho está nos preditores e não na flexibilidade do algoritmo.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indent="0" marL="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indent="0" marL="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Preditores do modelo: persistência, maior sequência de solo nu e composto espectral.  3)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com até 6 polígonos e 3 baterias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mapeamento por polígono, mais curvas (plano de voo)</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2144374" y="2267712"/>
            <a:ext cx="4855251" cy="104241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2162662" y="2286000"/>
            <a:ext cx="4818675" cy="1005840"/>
          </a:xfrm>
          <a:prstGeom prst="rect">
            <a:avLst/>
          </a:prstGeom>
        </p:spPr>
      </p:pic>
      <p:sp>
        <p:nvSpPr>
          <p:cNvPr id="19" name="Text 15"/>
          <p:cNvSpPr txBox="1"/>
          <p:nvPr/>
        </p:nvSpPr>
        <p:spPr>
          <a:xfrm>
            <a:off x="457200" y="3337560"/>
            <a:ext cx="8229600" cy="137160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Aeronave: Spectral 2 (Nuvem UAV), câmera MicaSense Altum; 3 baterias. Plano: 4 cm de GSD, 92,8 m de altitude, 8,7 a 9,2 m/s (medido), cerca de 7 linhas e 123 disparos por polígono</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Tempo: pelo menos 3,6 h de mapeamento nos 72; 6 polígonos por jornada = 2 por bateria, compatível com as missões já voadas (9 a 13 min); autonomia útil a confirmar. Produtividade medida: 2,3 ha/min (Missão 009) e 0,53 (000)</a:t>
            </a:r>
            <a:endParaRPr lang="en-US" sz="10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plano de voo (exportação NControl); cobertura_voos.geojson (Missões 000 e 009). Jornadas: planejador (teto padrão 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05840"/>
            <a:ext cx="4251960" cy="370332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Quarto desfecho, independente: se a regressão penalizada empatar com o XGBoost ou o vencer (IC 95% da diferença com limite inferior ≤ 0), a hipótese de que é preciso ensemble de árvores fica refutada, mesmo que o sensoriamento remoto vença o RUSLE</a:t>
            </a:r>
            <a:endParaRPr lang="en-US" sz="11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2026-10-19T09:37:02Z</dcterms:created>
  <dcterms:modified xsi:type="dcterms:W3CDTF">2026-10-19T09:37:02Z</dcterms:modified>
</cp:coreProperties>
</file>