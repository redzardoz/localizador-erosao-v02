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(1 min) Para quem pergunta como o SAREL foi construído. A interface e as regras do método estão em TypeScript, com Next.js e React; são cerca de 36 mil linhas em 138 arquivos, mais 85 arquivos de teste automatizado, o que sustenta a ideia de arcabouço auditável: as regras são testadas. O Python cuida do que é dado geoespacial e estatística: a ingestão das bases fundiárias para um banco SQLite local, a chuva do CHIRPS, o relevo Copernicus, o verificador do pacote exportado e a geração de relatórios. O aplicativo de campo, o SAREL Coletor, é um app Android em Kotlin com Jetpack Compose e Room, que funciona offline; o código dele não está neste repositório. Há ainda um instalador do Windows em C#, lançadores em PowerShell e Batch, e o Google Earth Engine para o Sentinel-2. O sistema roda localmente no Windows, e a rede só é necessária para o Earth Engine. Ressalva: a contagem de linhas inclui comentários.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B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Linguagens e tecnologias do SAREL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localmente no Windows; a rede só é usada para o Google Earth Engine.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TypeScript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e regras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 18, Tailwind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MapLibre (mapas), Zustand, Zod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do Earth Engine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36 mil linhas em 138 arquivos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+ 85 arquivos de teste (Vitest), ≈ 14 mil linhas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8328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estatística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383280" y="19659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fundiária (SICAR, SIGEF, SNCR) em SQLite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CHIRPS, relevo Copernicus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Verificador do pacote exportado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de relatórios e documentos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17 mil linhas em 46 scripts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1887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172200" y="12801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65D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Kotlin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172200" y="1645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C65D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SAREL Coletor (Android)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172200" y="1965960"/>
            <a:ext cx="2377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 e Room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em campo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GNSS do aparelho, fotos e CSV</a:t>
            </a:r>
            <a:endParaRPr lang="en-US" sz="10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fora deste repositório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3EF"/>
          </a:solidFill>
          <a:ln w="12700">
            <a:solidFill>
              <a:srgbClr val="EEF3E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380390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F6B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Também no projeto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406908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(Windows Forms) no instalador  ·  PowerShell e Batch nos lançadores  ·  JavaScript (Node) em scripts de apoio  ·  SQL (SQLite) para a base fundiária local  ·  Google Earth Engine (API JavaScript/REST) para Sentinel-2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817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60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linhas sobre o branch de desenvolvimento em 19/10/2026 (inclui comentários e linhas em branco). O código do aplicativo Android não está neste repositório.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SAREL: linguagens e tecnologias</dc:title>
  <dc:subject>PptxGenJS Presentation</dc:subject>
  <dc:creator>PptxGenJS</dc:creator>
  <cp:lastModifiedBy>PptxGenJS</cp:lastModifiedBy>
  <cp:revision>1</cp:revision>
  <dcterms:created xsi:type="dcterms:W3CDTF">2026-10-19T10:52:27Z</dcterms:created>
  <dcterms:modified xsi:type="dcterms:W3CDTF">2026-10-19T10:52:27Z</dcterms:modified>
</cp:coreProperties>
</file>