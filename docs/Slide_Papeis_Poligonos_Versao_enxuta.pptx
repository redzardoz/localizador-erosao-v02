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Cada estrato recebe quatro polígonos sorteados. Dois são de treino e dois são de teste, também chamados de held-out, que quer dizer retido: esses dois não entram no ajuste e são avaliados uma única vez, no final. No total são 36 de treino e 36 de teste, 72 polígonos. A reserva é um conceito diferente, e ainda é proposta: um candidato extra, ordenado dentro do mesmo estrato, que só entra se um proprietário negar o acesso, e que herda o papel de quem saiu. Quantas reservas, o mínimo por estrato e a taxa de recusa esperada ainda não foram decididos. Os papéis são definidos no sorteio selado, antes de qualquer dado, e o intérprete que delineia a erosão recebe só um código opaco, sem saber o papel. Ressalva: a atribuição dos papéis no sorteio vem do desenho (D16 e D23); não reconferi no código desta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Papéis dos polígonos: treino, teste e reserva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estratos × 4 polígonos = 72: 36 de treino e 36 de teste. Reserva é outra coisa: só entra se o acesso for negado.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estrato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234440" cy="7772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1691640"/>
            <a:ext cx="1234440" cy="7772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16916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1234440" cy="777240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060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2606040"/>
            <a:ext cx="1234440" cy="777240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26060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456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titulares sorteados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48740" y="3703320"/>
            <a:ext cx="1234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65D3B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348740" y="37033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(proposta)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123444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69080" y="1307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 (2 por estrato)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16002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Polígonos usados para ajustar o método. 36 no total.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23317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69080" y="24048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Teste, ou held-out (2 por estrato)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26974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“Retido”: não entra no ajuste e é avaliado uma única vez, no final. 36 no total.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0" y="342900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69080" y="35021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(proposta, sem valores decididos)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37947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extra, ordenado no mesmo estrato, que só entra se um proprietário recusar. Herda o papel de quem saiu.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papéis são definidos no sorteio selado, antes de qualquer dado, e o intérprete do voo não os conhece. Fontes: D16, D23, D25; reservas: proposta DP-20.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SAREL: papéis dos polígonos</dc:title>
  <dc:subject>PptxGenJS Presentation</dc:subject>
  <dc:creator>PptxGenJS</dc:creator>
  <cp:lastModifiedBy>PptxGenJS</cp:lastModifiedBy>
  <cp:revision>1</cp:revision>
  <dcterms:created xsi:type="dcterms:W3CDTF">2026-10-19T10:56:05Z</dcterms:created>
  <dcterms:modified xsi:type="dcterms:W3CDTF">2026-10-19T10:56:05Z</dcterms:modified>
</cp:coreProperties>
</file>