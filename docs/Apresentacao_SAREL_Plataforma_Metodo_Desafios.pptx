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semelhante.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Cada polígono dá cerca de 2,2 minutos de voo, com produtividade medida de 2,3 ha/min a GSD de cerca de 4 cm. Mas campanha de sítios dispersos é dominada por deslocamento e montagem, não por bateria: o número de dias de campo é maior que 3 e cresce de 36 para 72 polígonos. Outro ganho medido: a delineação sobre ortomosaico tem CE90 de 1,47 m, contra 3 a 8 m do GNSS de frequência única do aparelho de campo. A tela mostra os três conjuntos da campanha: 72 polígonos de 5,02 ha, 60 a 80 pontos de campo e a confirmação prospectiva.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Suscetibilidade do solo à erosão, pela carta de 2024 (Embrapa Doc. 246): nível 2 = classes alta, muito alta e extremamente alta.</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os candidatos em três grupos de tamanho semelhante; o corte vem dos dados, não de valores fixados à mão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logística do voo e posição do rótulo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78308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2,3 ha/min</a:t>
            </a:r>
            <a:endParaRPr lang="en-US" sz="2200" dirty="0"/>
          </a:p>
        </p:txBody>
      </p:sp>
      <p:sp>
        <p:nvSpPr>
          <p:cNvPr id="7" name="Text 4"/>
          <p:cNvSpPr txBox="1"/>
          <p:nvPr/>
        </p:nvSpPr>
        <p:spPr>
          <a:xfrm>
            <a:off x="54864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produtividade medida do voo (≈ 4 cm)</a:t>
            </a:r>
            <a:endParaRPr lang="en-US" sz="1100" dirty="0"/>
          </a:p>
        </p:txBody>
      </p:sp>
      <p:sp>
        <p:nvSpPr>
          <p:cNvPr id="8" name="Shape 5"/>
          <p:cNvSpPr/>
          <p:nvPr/>
        </p:nvSpPr>
        <p:spPr>
          <a:xfrm>
            <a:off x="2377440" y="1005840"/>
            <a:ext cx="178308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377440" y="1115568"/>
            <a:ext cx="17830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2,2 min</a:t>
            </a:r>
            <a:endParaRPr lang="en-US" sz="2200" dirty="0"/>
          </a:p>
        </p:txBody>
      </p:sp>
      <p:sp>
        <p:nvSpPr>
          <p:cNvPr id="10" name="Text 7"/>
          <p:cNvSpPr txBox="1"/>
          <p:nvPr/>
        </p:nvSpPr>
        <p:spPr>
          <a:xfrm>
            <a:off x="246888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a:t>
            </a:r>
            <a:endParaRPr lang="en-US" sz="1100" dirty="0"/>
          </a:p>
        </p:txBody>
      </p:sp>
      <p:sp>
        <p:nvSpPr>
          <p:cNvPr id="11" name="Shape 8"/>
          <p:cNvSpPr/>
          <p:nvPr/>
        </p:nvSpPr>
        <p:spPr>
          <a:xfrm>
            <a:off x="4297680" y="1005840"/>
            <a:ext cx="178308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297680" y="1115568"/>
            <a:ext cx="178308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3" name="Text 10"/>
          <p:cNvSpPr txBox="1"/>
          <p:nvPr/>
        </p:nvSpPr>
        <p:spPr>
          <a:xfrm>
            <a:off x="4389120" y="1719072"/>
            <a:ext cx="16002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e sítios a visitar (eram 36)</a:t>
            </a:r>
            <a:endParaRPr lang="en-US" sz="1100" dirty="0"/>
          </a:p>
        </p:txBody>
      </p:sp>
      <p:sp>
        <p:nvSpPr>
          <p:cNvPr id="14" name="Shape 11"/>
          <p:cNvSpPr/>
          <p:nvPr/>
        </p:nvSpPr>
        <p:spPr>
          <a:xfrm>
            <a:off x="6217920" y="1005840"/>
            <a:ext cx="24688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217920" y="1115568"/>
            <a:ext cx="24688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1,47 vs 3–8 m</a:t>
            </a:r>
            <a:endParaRPr lang="en-US" sz="2200" dirty="0"/>
          </a:p>
        </p:txBody>
      </p:sp>
      <p:sp>
        <p:nvSpPr>
          <p:cNvPr id="16" name="Text 13"/>
          <p:cNvSpPr txBox="1"/>
          <p:nvPr/>
        </p:nvSpPr>
        <p:spPr>
          <a:xfrm>
            <a:off x="6309360" y="1719072"/>
            <a:ext cx="22860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CE90 da delineação vs GNSS do aparelho de campo</a:t>
            </a:r>
            <a:endParaRPr lang="en-US" sz="1100" dirty="0"/>
          </a:p>
        </p:txBody>
      </p:sp>
      <p:sp>
        <p:nvSpPr>
          <p:cNvPr id="17" name="Shape 14"/>
          <p:cNvSpPr/>
          <p:nvPr/>
        </p:nvSpPr>
        <p:spPr>
          <a:xfrm>
            <a:off x="438912" y="2404872"/>
            <a:ext cx="8266176" cy="1754405"/>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457200" y="2423160"/>
            <a:ext cx="8229600" cy="1717829"/>
          </a:xfrm>
          <a:prstGeom prst="rect">
            <a:avLst/>
          </a:prstGeom>
        </p:spPr>
      </p:pic>
      <p:sp>
        <p:nvSpPr>
          <p:cNvPr id="19" name="Text 15"/>
          <p:cNvSpPr txBox="1"/>
          <p:nvPr/>
        </p:nvSpPr>
        <p:spPr>
          <a:xfrm>
            <a:off x="457200" y="4224528"/>
            <a:ext cx="8229600" cy="27432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Central de Campanha: os três conjuntos do desenho (polígonos de VANT, pontos de campo e confirmação prospectiva).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(docs/verificacoes/voo/cobertura_voos.geojson). Dias de campo: deslocamento e montagem dominam, mais que a bateria.</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2026-10-19T02:55:54Z</dcterms:created>
  <dcterms:modified xsi:type="dcterms:W3CDTF">2026-10-19T02:55:54Z</dcterms:modified>
</cp:coreProperties>
</file>