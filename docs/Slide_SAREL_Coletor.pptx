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O SAREL Coletor é o aplicativo Android usado nos 60 a 80 pontos de campo, no lugar do KoboCollect; funciona offline. Cada ponto vira uma linha de um CSV de 28 colunas, que o SAREL lê e valida. Seis grupos de informação. Um: identificação e protocolo; o observador recebe só um código opaco e não vê estrato nem predição, isto é, a coleta é cega. Dois: a posição, com latitude, longitude, altitude, a acurácia que o aparelho informa e a distância ao ponto planejado; a posição simulada é rejeitada na ingestão, e o método pode ser média estática ou fix único. Três: o rótulo, em escala ordinal de quatro níveis, ausente, incipiente, moderada ou severa, com a confiança do observador; o binário é derivado, com ausente igual a zero e o restante igual a um, e o incipiente conta como positivo. Quatro: indicadores diagnósticos de erosão laminar, como pedestais e raízes expostas, exposição do horizonte B, espessura do horizonte A, crosta e selamento, microssulcos iniciais e sedimentação no sopé. Cinco: manejo e conservação, sistema de manejo, cobertura vegetal, sentido de plantio e terraço, que alimentam o fator P do RUSLE, com coeficientes ainda provisórios. Seis: fotos nadir e panorâmica e observações. Lembrar: o campo é âncora de prevalência e calibração de posição, não massa de treino. Ressalvas: não conferi se a versão atual do aplicativo já implementa a média estática e as métricas de satélites; a ingestão do SAREL já aceita o método de posição e o erro padrão.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SAREL Coletor: o que se registra em cada ponto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offline, no lugar do KoboCollect. Cada ponto vira uma linha de CSV (28 colunas) lida pelo SAREL.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Identificação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opaco do ponto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Observador, data e hora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cego: sem estrato nem predição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Posição (GNSS)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69164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longitude, altitude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do aparelho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ao ponto planejado (tolerância P03)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estática ou fix único; posição simulada é rejeitada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Rótulo de erosão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69164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ausente, incipiente, moderada, severa (D03)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Confiança: alta, média ou baixa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Binário derivado: ausente = 0; demais =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Diagnóstico de erosão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8328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Pedestais e raízes expostas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do horizonte B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Espessura do horizonte A (cm)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Crosta e selamento superficial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Microssulcos iniciais; sedimentação no sopé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97180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Manejo e conservação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38328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manejo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vegetal (%)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 de plantio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e estado do terraço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Alimentam o fator P (D22, provisório)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97180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Evidências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38328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nadir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panorâmica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 do observador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D03, D16, D22, P03; contrato de exportação do SAREL Coletor (28 colunas) e módulo de ingestão. Métricas de qualidade posicional (erro padrão, nº de amostras, satélites) são colunas acrescentadas ao final.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SAREL Coletor: o que é registrado em cada ponto</dc:title>
  <dc:subject>PptxGenJS Presentation</dc:subject>
  <dc:creator>PptxGenJS</dc:creator>
  <cp:lastModifiedBy>PptxGenJS</cp:lastModifiedBy>
  <cp:revision>1</cp:revision>
  <dcterms:created xsi:type="dcterms:W3CDTF">2026-10-19T10:26:32Z</dcterms:created>
  <dcterms:modified xsi:type="dcterms:W3CDTF">2026-10-19T10:26:32Z</dcterms:modified>
</cp:coreProperties>
</file>