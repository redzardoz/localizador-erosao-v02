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Por que 72: é a estrutura de 18 estratos com 4 polígonos cada, e não um excesso. A área total de cerca de 361 ha é o que o custo de voo suporta; ela rende cerca de 1.845 unidades espacialmente independentes (D24), no limite para o bloco espectral e abaixo do recomendado para solo, chuva e terreno.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815828" y="2267712"/>
            <a:ext cx="5512343" cy="117957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834116" y="2286000"/>
            <a:ext cx="5475767" cy="1143000"/>
          </a:xfrm>
          <a:prstGeom prst="rect">
            <a:avLst/>
          </a:prstGeom>
        </p:spPr>
      </p:pic>
      <p:sp>
        <p:nvSpPr>
          <p:cNvPr id="19" name="Text 15"/>
          <p:cNvSpPr txBox="1"/>
          <p:nvPr/>
        </p:nvSpPr>
        <p:spPr>
          <a:xfrm>
            <a:off x="457200" y="3474720"/>
            <a:ext cx="8229600" cy="128016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 no limite para o bloco espectral e abaixo do recomendado para solo, chuva e terreno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05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2026-10-19T09:17:37Z</dcterms:created>
  <dcterms:modified xsi:type="dcterms:W3CDTF">2026-10-19T09:17:37Z</dcterms:modified>
</cp:coreProperties>
</file>